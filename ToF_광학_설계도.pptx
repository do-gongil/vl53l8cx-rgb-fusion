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F0942A-2E7E-45B6-8A33-BDE6C31B3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540945-4A39-4F9F-85D0-8A460FF53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9E39DB-4831-4670-AD74-3F43768ED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C701C5-3FEC-4D48-AED1-DBBC11B5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57C9F-FD1D-4F28-9115-89D2D2F2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526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4756BE-1851-4191-BC55-9D654B2B5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FB144A-583D-44B0-B8EF-C2E987BD1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564CA8-9BE4-40B7-A796-0CB085382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387329-BC3C-4C0A-90ED-4ACA87FB3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31114A-A54A-4372-AA07-D51D9E23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60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66FF2-3A26-4E28-813F-835026A1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A40C91-6246-4477-BE09-C95F394E5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592F54-3AF5-4335-9E74-123C2AE36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5D2780-5894-44EA-9956-B31A2FB4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DEAAAB-D7DB-4F03-94C9-E7694871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71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DB1A1-F3C5-4C1B-8FD2-CD6140C0D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2B4B62-4C63-479E-980D-DFF0E080BC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51FE01-3415-433B-AA82-FE38AF1F1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27E7FE-BD26-47DD-BED3-4C7AF6F0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B3E304-E36F-4976-9496-B7A64DDBD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68CD69-9E68-489A-94E5-5B7109256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2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A885A2-CDA9-417C-BD2F-D9B0A4AA2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987106-2D88-46A0-8586-B2F1FE58D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13F8AF-93F5-4E29-B5A8-7C8E68BFF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E593A8-5611-4796-96A3-940C7185D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BABB1B-7DAB-4105-A60C-4F4EF30F12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ABF5EB-126F-4045-80CF-D22B77A82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F798284-83CA-445B-A05F-4841E797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E9D09B-BDD0-4C4A-9AAE-B408DD908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359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2F7D5-2C6C-4310-9F68-F1FF1BF0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621501-9A52-45C8-923B-684992223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7C7EA7-0B45-40CA-89EC-D93E533C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0822E6-EF56-4E90-9997-64FEBFAD9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85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D4D915-1931-4321-B635-8AE1AC6F9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D199AC-D4F6-401C-991B-98F6FD0EE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438F03-2F6E-4535-BE15-ADD7F7EA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34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2C43E-4356-49B6-A07D-328B69451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88DFA-4923-4DD7-AAA3-43851E355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CE0D87-B2A9-44E6-B0A4-7DE3A7D8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687B44-2DA1-4507-B693-2DDE18816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9011D2-6B50-4200-AF57-25E9E9CB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D291D1-36B7-409D-AB16-01D269E7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39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93AC99-FE35-4A8D-A468-BD34ACCC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3FC806-CA44-49D4-8B52-357F397863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62D9E6-80D0-43B4-8651-CFD694DEA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F28E4-241D-4983-BAEC-BEC06A9F2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41A0B3-EFAD-4F66-A579-F3735945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59CAE9-DF34-454E-83A4-1E47E707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078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2B7A8-61C0-4845-B286-4CC94A88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DE57E9-E637-4260-ABAE-38409BE48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7E0FAD-8A76-4568-939E-B71893AE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A17243-8BB0-49BA-9BAF-9DEB3452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7A1984-53D8-487D-88BB-1DCBB0C7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08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F357C2F-CECD-4440-BC74-A9E7BAA74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87399D-CEF5-41E2-86C6-F69B9EADD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5578BB-9A16-4D34-B20A-8725011D9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404B01-D308-4C3D-9753-735BE11C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CC8542-ED55-435C-A013-3210E0BE9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8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8AA7FC-3E19-4C3A-843B-C2152AC6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CD0F75-06FF-4875-95CB-EFD083C67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1E7753-FDEF-41B5-9CBD-1B1B7200B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B1A08-DB01-4E25-ADDF-182B9B81CBD5}" type="datetimeFigureOut">
              <a:rPr lang="ko-KR" altLang="en-US" smtClean="0"/>
              <a:t>26-09-17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ED8187-8416-4AC7-8D79-019E1D81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352D4C-5629-4729-918C-E4ABC03DF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1B3EF-0F31-4B48-9629-E4809A0933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68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그룹 22">
            <a:extLst>
              <a:ext uri="{FF2B5EF4-FFF2-40B4-BE49-F238E27FC236}">
                <a16:creationId xmlns:a16="http://schemas.microsoft.com/office/drawing/2014/main" id="{81B7B464-C70F-45B5-9F5E-15AE96C5E39B}"/>
              </a:ext>
            </a:extLst>
          </p:cNvPr>
          <p:cNvGrpSpPr/>
          <p:nvPr/>
        </p:nvGrpSpPr>
        <p:grpSpPr>
          <a:xfrm>
            <a:off x="5376000" y="2709000"/>
            <a:ext cx="1440000" cy="1440000"/>
            <a:chOff x="5376000" y="1712258"/>
            <a:chExt cx="1440000" cy="1440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A27CE9D-2640-4E7E-AEF0-B948FCD59EC7}"/>
                </a:ext>
              </a:extLst>
            </p:cNvPr>
            <p:cNvSpPr/>
            <p:nvPr/>
          </p:nvSpPr>
          <p:spPr>
            <a:xfrm>
              <a:off x="5376000" y="1712258"/>
              <a:ext cx="1440000" cy="1440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3CBFBE2-AE9D-45CA-B434-D38166A3BD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76000" y="1712258"/>
              <a:ext cx="1440000" cy="144000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522AC1C-74C1-4CB2-B9C7-FB7361B7FEB9}"/>
              </a:ext>
            </a:extLst>
          </p:cNvPr>
          <p:cNvGrpSpPr/>
          <p:nvPr/>
        </p:nvGrpSpPr>
        <p:grpSpPr>
          <a:xfrm rot="5400000">
            <a:off x="2393700" y="2709000"/>
            <a:ext cx="1080000" cy="1440000"/>
            <a:chOff x="5556000" y="5135365"/>
            <a:chExt cx="1080000" cy="1440000"/>
          </a:xfrm>
          <a:gradFill flip="none" rotWithShape="1">
            <a:gsLst>
              <a:gs pos="0">
                <a:schemeClr val="bg1">
                  <a:lumMod val="85000"/>
                </a:schemeClr>
              </a:gs>
              <a:gs pos="41000">
                <a:schemeClr val="bg1">
                  <a:lumMod val="65000"/>
                </a:schemeClr>
              </a:gs>
              <a:gs pos="960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0" scaled="1"/>
            <a:tileRect/>
          </a:gradFill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E7A4260-8D77-43E9-8416-8A699F13BA58}"/>
                </a:ext>
              </a:extLst>
            </p:cNvPr>
            <p:cNvSpPr/>
            <p:nvPr/>
          </p:nvSpPr>
          <p:spPr>
            <a:xfrm>
              <a:off x="5556000" y="5495365"/>
              <a:ext cx="1080000" cy="108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30F2C72-A77C-4B0E-8B27-D92B1EC8B154}"/>
                </a:ext>
              </a:extLst>
            </p:cNvPr>
            <p:cNvSpPr/>
            <p:nvPr/>
          </p:nvSpPr>
          <p:spPr>
            <a:xfrm>
              <a:off x="5736000" y="5135365"/>
              <a:ext cx="720000" cy="360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610E1CE-1B9D-4F71-AF9E-2DEC0839F90A}"/>
              </a:ext>
            </a:extLst>
          </p:cNvPr>
          <p:cNvGrpSpPr/>
          <p:nvPr/>
        </p:nvGrpSpPr>
        <p:grpSpPr>
          <a:xfrm>
            <a:off x="5556000" y="5238708"/>
            <a:ext cx="1080000" cy="1440000"/>
            <a:chOff x="5556000" y="4927558"/>
            <a:chExt cx="1080000" cy="144000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30A2434-CED8-453E-BAA4-AFFD7565C855}"/>
                </a:ext>
              </a:extLst>
            </p:cNvPr>
            <p:cNvSpPr/>
            <p:nvPr/>
          </p:nvSpPr>
          <p:spPr>
            <a:xfrm>
              <a:off x="5556000" y="5287558"/>
              <a:ext cx="1080000" cy="1080000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lumMod val="75000"/>
                  </a:schemeClr>
                </a:gs>
                <a:gs pos="0">
                  <a:schemeClr val="tx1">
                    <a:lumMod val="85000"/>
                    <a:lumOff val="15000"/>
                  </a:schemeClr>
                </a:gs>
                <a:gs pos="14000">
                  <a:schemeClr val="tx1">
                    <a:lumMod val="50000"/>
                    <a:lumOff val="50000"/>
                  </a:schemeClr>
                </a:gs>
                <a:gs pos="87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940B422-CA31-4F24-A7DD-874B7F9CE0BF}"/>
                </a:ext>
              </a:extLst>
            </p:cNvPr>
            <p:cNvSpPr/>
            <p:nvPr/>
          </p:nvSpPr>
          <p:spPr>
            <a:xfrm>
              <a:off x="5736000" y="4927558"/>
              <a:ext cx="720000" cy="3600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85000"/>
                    <a:lumOff val="15000"/>
                  </a:schemeClr>
                </a:gs>
                <a:gs pos="50500">
                  <a:schemeClr val="bg1">
                    <a:lumMod val="75000"/>
                  </a:schemeClr>
                </a:gs>
                <a:gs pos="14000">
                  <a:schemeClr val="tx1">
                    <a:lumMod val="50000"/>
                    <a:lumOff val="50000"/>
                  </a:schemeClr>
                </a:gs>
                <a:gs pos="87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E1A8642-2A35-41C8-9B4A-39EFC11DA4DB}"/>
              </a:ext>
            </a:extLst>
          </p:cNvPr>
          <p:cNvCxnSpPr>
            <a:cxnSpLocks/>
          </p:cNvCxnSpPr>
          <p:nvPr/>
        </p:nvCxnSpPr>
        <p:spPr>
          <a:xfrm>
            <a:off x="3653700" y="3429000"/>
            <a:ext cx="58459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09F0980-4E7F-4A41-8FE5-B13A386503F6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6096000" y="3429000"/>
            <a:ext cx="0" cy="18097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2BB3862-447A-404B-A0CC-1D249A637C9E}"/>
              </a:ext>
            </a:extLst>
          </p:cNvPr>
          <p:cNvSpPr/>
          <p:nvPr/>
        </p:nvSpPr>
        <p:spPr>
          <a:xfrm>
            <a:off x="9499600" y="2181350"/>
            <a:ext cx="304795" cy="2495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DEC651-1BB9-4A52-A6E3-0779491ECC2D}"/>
              </a:ext>
            </a:extLst>
          </p:cNvPr>
          <p:cNvSpPr txBox="1"/>
          <p:nvPr/>
        </p:nvSpPr>
        <p:spPr>
          <a:xfrm>
            <a:off x="9804395" y="1996684"/>
            <a:ext cx="1177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Sample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6089B9-B209-446B-A2E9-0FC2E586F108}"/>
              </a:ext>
            </a:extLst>
          </p:cNvPr>
          <p:cNvSpPr txBox="1"/>
          <p:nvPr/>
        </p:nvSpPr>
        <p:spPr>
          <a:xfrm>
            <a:off x="2213700" y="2498083"/>
            <a:ext cx="1177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 Cam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B0C397-76DE-4D3A-B3CD-5403D3D9D0C6}"/>
              </a:ext>
            </a:extLst>
          </p:cNvPr>
          <p:cNvSpPr txBox="1"/>
          <p:nvPr/>
        </p:nvSpPr>
        <p:spPr>
          <a:xfrm>
            <a:off x="6636000" y="5769376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VL53L8CX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997621-5CB8-4639-8724-84A8A7D111AB}"/>
              </a:ext>
            </a:extLst>
          </p:cNvPr>
          <p:cNvSpPr txBox="1"/>
          <p:nvPr/>
        </p:nvSpPr>
        <p:spPr>
          <a:xfrm>
            <a:off x="5147650" y="2354566"/>
            <a:ext cx="189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Beam Splitter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4662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도현 이</dc:creator>
  <cp:lastModifiedBy>도현 이</cp:lastModifiedBy>
  <cp:revision>7</cp:revision>
  <dcterms:created xsi:type="dcterms:W3CDTF">2026-09-17T06:06:56Z</dcterms:created>
  <dcterms:modified xsi:type="dcterms:W3CDTF">2026-09-17T08:52:14Z</dcterms:modified>
</cp:coreProperties>
</file>